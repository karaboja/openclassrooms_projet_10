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Automatisation Data – BottleNeck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Engineer : [Ton nom]</a:t>
            </a:r>
          </a:p>
          <a:p>
            <a:r>
              <a:t>COPIL</a:t>
            </a:r>
          </a:p>
          <a:p/>
          <a:p>
            <a:r>
              <a:t>Automatisation de la chaîne de traitement des données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Données issues de 2 systèmes : ERP et CMS</a:t>
            </a:r>
          </a:p>
          <a:p>
            <a:r>
              <a:t>Besoins : CA produit, CA total, vins premium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Automatiser</a:t>
            </a:r>
          </a:p>
          <a:p>
            <a:r>
              <a:t>Fiabiliser</a:t>
            </a:r>
          </a:p>
          <a:p>
            <a:r>
              <a:t>Produire des fichiers exploitables</a:t>
            </a:r>
          </a:p>
          <a:p>
            <a:r>
              <a:t>Planifier l’exécution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Ingestion → Nettoyage → Jointure → Calcul → Extraction</a:t>
            </a:r>
          </a:p>
          <a:p>
            <a:r>
              <a:t>Tests à chaque étape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Kestra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Orchestration des tâches</a:t>
            </a:r>
          </a:p>
          <a:p>
            <a:r>
              <a:t>Exécution séquentielle et parallèle</a:t>
            </a:r>
          </a:p>
          <a:p>
            <a:r>
              <a:t>Utilisation de Docker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→ Nettoyage → Fusion → Calculs → Segmentation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Chiffre d’affaires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 = prix × quantité</a:t>
            </a:r>
          </a:p>
          <a:p>
            <a:r>
              <a:t>Agrégation globale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Vins premium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Méthode Z-score</a:t>
            </a:r>
          </a:p>
          <a:p>
            <a:r>
              <a:t>z-score &gt; 2 = vin premium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Doublons</a:t>
            </a:r>
          </a:p>
          <a:p>
            <a:r>
              <a:t>Valeurs manquantes</a:t>
            </a:r>
          </a:p>
          <a:p>
            <a:r>
              <a:t>Jointures</a:t>
            </a:r>
          </a:p>
          <a:p>
            <a:r>
              <a:t>CA</a:t>
            </a:r>
          </a:p>
          <a:p>
            <a:r>
              <a:t>Z-score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réel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Scripts Python via Docker</a:t>
            </a:r>
          </a:p>
          <a:p>
            <a:r>
              <a:t>Pipeline automatisé</a:t>
            </a:r>
          </a:p>
          <a:p>
            <a:r>
              <a:t>Branches parallèles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Excel : CA produit + total</a:t>
            </a:r>
          </a:p>
          <a:p>
            <a:r>
              <a:t>CSV : vins premium / standards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Tous les 15 du mois à 9h</a:t>
            </a:r>
          </a:p>
          <a:p>
            <a:r>
              <a:t>CRON : 0 09 */15 * *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Gestion des erreurs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</a:t>
            </a:r>
          </a:p>
          <a:p>
            <a:r>
              <a:t>Logs</a:t>
            </a:r>
          </a:p>
          <a:p>
            <a:r>
              <a:t>Tests bloquants</a:t>
            </a:r>
          </a:p>
          <a:p>
            <a:r>
              <a:t>Relance possible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Améliorations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Monitoring</a:t>
            </a:r>
          </a:p>
          <a:p>
            <a:r>
              <a:t>Dashboard</a:t>
            </a:r>
          </a:p>
          <a:p>
            <a:r>
              <a:t>Data warehouse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Automatisation</a:t>
            </a:r>
          </a:p>
          <a:p>
            <a:r>
              <a:t>Fiabilité</a:t>
            </a:r>
          </a:p>
          <a:p>
            <a:r>
              <a:t>Gain de temps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